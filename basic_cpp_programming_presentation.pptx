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C++ is a general-purpose programming language.</a:t>
            </a:r>
          </a:p>
          <a:p>
            <a:pPr algn="l"/>
            <a:r>
              <a:t>Developed by Bjarne Stroustrup.</a:t>
            </a:r>
          </a:p>
          <a:p>
            <a:pPr algn="l"/>
            <a:r>
              <a:t>Used for system software, games, and applications.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of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Object-Oriented Programming (OOP)</a:t>
            </a:r>
          </a:p>
          <a:p>
            <a:pPr algn="l"/>
            <a:r>
              <a:t>Fast and efficient</a:t>
            </a:r>
          </a:p>
          <a:p>
            <a:pPr algn="l"/>
            <a:r>
              <a:t>Supports low-level memory manipulation</a:t>
            </a:r>
          </a:p>
          <a:p>
            <a:pPr algn="l"/>
            <a:r>
              <a:t>Portable and widely used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Structure of a C++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#include &lt;iostream&gt;</a:t>
            </a:r>
          </a:p>
          <a:p>
            <a:pPr algn="l"/>
            <a:r>
              <a:t>using namespace std;</a:t>
            </a:r>
          </a:p>
          <a:p>
            <a:pPr algn="l"/>
            <a:r>
              <a:t>int main() {</a:t>
            </a:r>
          </a:p>
          <a:p>
            <a:pPr algn="l"/>
            <a:r>
              <a:t>   cout &lt;&lt; "Hello World";</a:t>
            </a:r>
          </a:p>
          <a:p>
            <a:pPr algn="l"/>
            <a:r>
              <a:t>   return 0;</a:t>
            </a:r>
          </a:p>
          <a:p>
            <a:pPr algn="l"/>
            <a: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 and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int - Integer values</a:t>
            </a:r>
          </a:p>
          <a:p>
            <a:pPr algn="l"/>
            <a:r>
              <a:t>float - Decimal values</a:t>
            </a:r>
          </a:p>
          <a:p>
            <a:pPr algn="l"/>
            <a:r>
              <a:t>char - Single characters</a:t>
            </a:r>
          </a:p>
          <a:p>
            <a:pPr algn="l"/>
            <a:r>
              <a:t>string - Text values</a:t>
            </a:r>
          </a:p>
          <a:p>
            <a:pPr algn="l"/>
            <a:r>
              <a:t>bool - True/False values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and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cout is used for output</a:t>
            </a:r>
          </a:p>
          <a:p>
            <a:pPr algn="l"/>
            <a:r>
              <a:t>cin is used for input</a:t>
            </a:r>
          </a:p>
          <a:p>
            <a:pPr algn="l"/>
            <a:r>
              <a:t>Example: cin &gt;&gt; age;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Conditional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if statement</a:t>
            </a:r>
          </a:p>
          <a:p>
            <a:pPr algn="l"/>
            <a:r>
              <a:t>if-else statement</a:t>
            </a:r>
          </a:p>
          <a:p>
            <a:pPr algn="l"/>
            <a:r>
              <a:t>switch statement</a:t>
            </a:r>
          </a:p>
          <a:p>
            <a:pPr algn="l"/>
            <a:r>
              <a:t>Used for decision making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Loops in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for loop</a:t>
            </a:r>
          </a:p>
          <a:p>
            <a:pPr algn="l"/>
            <a:r>
              <a:t>while loop</a:t>
            </a:r>
          </a:p>
          <a:p>
            <a:pPr algn="l"/>
            <a:r>
              <a:t>do-while loop</a:t>
            </a:r>
          </a:p>
          <a:p>
            <a:pPr algn="l"/>
            <a:r>
              <a:t>Used to repeat tasks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Functions in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Functions help organize code.</a:t>
            </a:r>
          </a:p>
          <a:p>
            <a:pPr algn="l"/>
            <a:r>
              <a:t>Reusable blocks of code.</a:t>
            </a:r>
          </a:p>
          <a:p>
            <a:pPr algn="l"/>
            <a:r>
              <a:t>Example: int add(int a, int b)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Object-Oriented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Classes and Objects</a:t>
            </a:r>
          </a:p>
          <a:p>
            <a:pPr algn="l"/>
            <a:r>
              <a:t>Encapsulation</a:t>
            </a:r>
          </a:p>
          <a:p>
            <a:pPr algn="l"/>
            <a:r>
              <a:t>Inheritance</a:t>
            </a:r>
          </a:p>
          <a:p>
            <a:pPr algn="l"/>
            <a:r>
              <a:t>Polymorphism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C++ is powerful and widely used.</a:t>
            </a:r>
          </a:p>
          <a:p>
            <a:pPr algn="l"/>
            <a:r>
              <a:t>Important for software and system development.</a:t>
            </a:r>
          </a:p>
          <a:p>
            <a:pPr algn="l"/>
            <a:r>
              <a:t>Practice coding regularly to improve.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